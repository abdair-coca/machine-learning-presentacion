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1DC98A">
              <a:alpha val="12000"/>
            </a:srgbClr>
          </a:solidFill>
          <a:ln w="12700">
            <a:solidFill>
              <a:srgbClr val="1DC98A">
                <a:alpha val="12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4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ml/housing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4663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author_id: system_arch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Historia de la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Inteligencia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C9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Artificial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neuronas matemáticas a la era de los agentes autónomos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286000" y="4526280"/>
            <a:ext cx="6858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4526280"/>
            <a:ext cx="6858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6240" y="4526280"/>
            <a:ext cx="685800" cy="27432"/>
          </a:xfrm>
          <a:prstGeom prst="rect">
            <a:avLst/>
          </a:prstGeom>
          <a:solidFill>
            <a:srgbClr val="1DC9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66360" y="4526280"/>
            <a:ext cx="6858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4526280"/>
            <a:ext cx="6858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DAWN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Amanecer Teórico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7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1943 — 1950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la IA era solo matemáticas y filosofía.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393192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1DC98A"/>
            </a:solidFill>
            <a:prstDash val="solid"/>
          </a:ln>
          <a:effectLst>
            <a:outerShdw sx="100000" sy="100000" kx="0" ky="0" algn="bl" rotWithShape="0" blurRad="228600" dist="50800" dir="16200000">
              <a:srgbClr val="1DC98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920240"/>
            <a:ext cx="36576" cy="2743200"/>
          </a:xfrm>
          <a:prstGeom prst="rect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1943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008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Intento Neuronal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2724912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Warren McCulloch y Walter Pitts publican el primer modelo matemático de una neurona. Demuestran que las redes lógicas pueden realizar funciones complejas — sentando las bases de todo lo que vendría.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920240"/>
            <a:ext cx="393192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1920240"/>
            <a:ext cx="36576" cy="2743200"/>
          </a:xfrm>
          <a:prstGeom prst="rect">
            <a:avLst/>
          </a:prstGeom>
          <a:solidFill>
            <a:srgbClr val="9D7FFF"/>
          </a:solidFill>
          <a:ln w="12700">
            <a:solidFill>
              <a:srgbClr val="9D7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D7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2331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de Turing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2724912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Alan Turing publica "Computing Machinery and Intelligence". Introduce el Test de Turing como la primera regla para medir la inteligencia de una máquina.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DC9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"¿Pueden pensar las máquinas?"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BIRTH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Fundación del Campo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1956 — 1969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bautizo de la IA y los primeros prototipos.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2697480" cy="2880360"/>
          </a:xfrm>
          <a:prstGeom prst="rect">
            <a:avLst/>
          </a:prstGeom>
          <a:solidFill>
            <a:srgbClr val="111827"/>
          </a:solidFill>
          <a:ln w="19050">
            <a:solidFill>
              <a:srgbClr val="1DC98A"/>
            </a:solidFill>
            <a:prstDash val="solid"/>
          </a:ln>
          <a:effectLst>
            <a:outerShdw sx="100000" sy="100000" kx="0" ky="0" algn="bl" rotWithShape="0" blurRad="228600" dist="50800" dir="16200000">
              <a:srgbClr val="1DC98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920240"/>
            <a:ext cx="2697480" cy="32004"/>
          </a:xfrm>
          <a:prstGeom prst="rect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Conferencia de Dartmouth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McCarthy, Minsky, Shannon y Rochester fundan el campo. McCarthy acuña el término "Inteligencia Artificial" como estrategia para obtener fondos.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10128" y="1920240"/>
            <a:ext cx="2697480" cy="288036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0128" y="1920240"/>
            <a:ext cx="269748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1956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Theorist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0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programa lógico capaz de demostrar teoremas matemáticos complejos de forma autónoma, sin intervención humana.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63056" y="1920240"/>
            <a:ext cx="2697480" cy="288036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1920240"/>
            <a:ext cx="2697480" cy="32004"/>
          </a:xfrm>
          <a:prstGeom prst="rect">
            <a:avLst/>
          </a:prstGeom>
          <a:solidFill>
            <a:srgbClr val="9D7FFF"/>
          </a:solidFill>
          <a:ln w="12700">
            <a:solidFill>
              <a:srgbClr val="9D7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7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1966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327648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 — Primer Chatbot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27648" y="283464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Joseph Weizenbaum crea un simulador de psicólogo que sorprende al mundo. Demuestra lo fácil que es engañar a la mente humana con respuestas automáticas.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FREEZE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Inviernos y Resurgimientos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11704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1974 — 1989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44475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falta de presupuesto a los Sistemas Expertos.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36576"/>
          </a:xfrm>
          <a:prstGeom prst="rect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2011680"/>
            <a:ext cx="182880" cy="18288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2331720"/>
            <a:ext cx="2194560" cy="246888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288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" y="27249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Invierno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" y="315468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demasiado lento. Los gobiernos retiran financiamiento ante las promesas incumplidas.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23360" y="2011680"/>
            <a:ext cx="182880" cy="182880"/>
          </a:xfrm>
          <a:prstGeom prst="ellipse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2331720"/>
            <a:ext cx="2194560" cy="246888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1980s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3280" y="27249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Expertos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315468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IA regresa vía software corporativo con miles de reglas lógicas aplicadas a medicina e industria.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040880" y="2011680"/>
            <a:ext cx="182880" cy="182880"/>
          </a:xfrm>
          <a:prstGeom prst="ellipse">
            <a:avLst/>
          </a:prstGeom>
          <a:solidFill>
            <a:srgbClr val="9D7FFF"/>
          </a:solidFill>
          <a:ln w="12700">
            <a:solidFill>
              <a:srgbClr val="9D7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2331720"/>
            <a:ext cx="2194560" cy="2468880"/>
          </a:xfrm>
          <a:prstGeom prst="rect">
            <a:avLst/>
          </a:prstGeom>
          <a:solidFill>
            <a:srgbClr val="111827"/>
          </a:solidFill>
          <a:ln w="19050">
            <a:solidFill>
              <a:srgbClr val="1DC98A"/>
            </a:solidFill>
            <a:prstDash val="solid"/>
          </a:ln>
          <a:effectLst>
            <a:outerShdw sx="100000" sy="100000" kx="0" ky="0" algn="bl" rotWithShape="0" blurRad="228600" dist="50800" dir="16200000">
              <a:srgbClr val="1DC98A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0" y="2423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D7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0800" y="272491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3154680"/>
            <a:ext cx="1920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Geoffrey Hinton impulsa el algoritmo que permite a las redes neuronales aprender de sus propios errores.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THE POWER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Triunfo de la Computación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7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1997 — 2012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los datos y los procesadores superaron a la lógica humana.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256032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1DC98A"/>
            </a:solidFill>
            <a:prstDash val="solid"/>
          </a:ln>
          <a:effectLst>
            <a:outerShdw sx="100000" sy="100000" kx="0" ky="0" algn="bl" rotWithShape="0" blurRad="228600" dist="50800" dir="16200000">
              <a:srgbClr val="1DC98A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C9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200M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548640" y="2971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posiciones/seg.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vs. Kasparov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1920240"/>
            <a:ext cx="2651760" cy="128016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1920240"/>
            <a:ext cx="265176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29000" y="2011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 · ImageNet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233172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Fei-Fei Li crea millones de imágenes etiquetadas. La IA ya no necesita algoritmos mejores — necesita ejemplos masivos.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337560"/>
            <a:ext cx="265176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1DC98A"/>
            </a:solidFill>
            <a:prstDash val="solid"/>
          </a:ln>
          <a:effectLst>
            <a:outerShdw sx="100000" sy="100000" kx="0" ky="0" algn="bl" rotWithShape="0" blurRad="228600" dist="50800" dir="16200000">
              <a:srgbClr val="1DC98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337560"/>
            <a:ext cx="2651760" cy="32004"/>
          </a:xfrm>
          <a:prstGeom prst="rect">
            <a:avLst/>
          </a:prstGeom>
          <a:solidFill>
            <a:srgbClr val="9D7FFF"/>
          </a:solidFill>
          <a:ln w="12700">
            <a:solidFill>
              <a:srgbClr val="9D7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29000" y="3429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7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 · AlexNet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374904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Bang del Deep Learning. GPUs de videojuegos + ImageNet = redes neuronales profundas que destrozan todos los récords de visión artificial.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1920240"/>
            <a:ext cx="2560320" cy="274320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endParaRPr lang="en-US" sz="1100" dirty="0"/>
          </a:p>
          <a:p>
            <a:pPr indent="0" marL="0">
              <a:buNone/>
            </a:pPr>
            <a:r>
              <a:rPr lang="en-US" sz="1100" b="1" spc="2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INSIGHT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2578608"/>
            <a:ext cx="2194560" cy="18288"/>
          </a:xfrm>
          <a:prstGeom prst="rect">
            <a:avLst/>
          </a:prstGeom>
          <a:solidFill>
            <a:srgbClr val="1DC98A">
              <a:alpha val="40000"/>
            </a:srgbClr>
          </a:solidFill>
          <a:ln w="12700">
            <a:solidFill>
              <a:srgbClr val="1DC98A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69748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victoria de Deep Blue mostró que las computadoras podían ganar con velocidad pura.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el cambio real fue en 2012: datos masivos + GPUs despertaron las redes neuronales.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2743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6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THE REVOLUTION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 Era de los Transformers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45720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 — Presente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1554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texto predictivo al impacto cotidiano.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1920240"/>
            <a:ext cx="4023360" cy="1325880"/>
          </a:xfrm>
          <a:prstGeom prst="rect">
            <a:avLst/>
          </a:prstGeom>
          <a:solidFill>
            <a:srgbClr val="111827"/>
          </a:solidFill>
          <a:ln w="19050">
            <a:solidFill>
              <a:srgbClr val="1DC98A"/>
            </a:solidFill>
            <a:prstDash val="solid"/>
          </a:ln>
          <a:effectLst>
            <a:outerShdw sx="100000" sy="100000" kx="0" ky="0" algn="bl" rotWithShape="0" blurRad="228600" dist="50800" dir="16200000">
              <a:srgbClr val="1DC98A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1920240"/>
            <a:ext cx="36576" cy="1325880"/>
          </a:xfrm>
          <a:prstGeom prst="rect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" y="26334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introduce la arquitectura Transformer. El corazón de toda la IA actual — permite entender el contexto de forma masiva y simultánea.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1920240"/>
            <a:ext cx="4023360" cy="132588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920240"/>
            <a:ext cx="36576" cy="1325880"/>
          </a:xfrm>
          <a:prstGeom prst="rect">
            <a:avLst/>
          </a:prstGeom>
          <a:solidFill>
            <a:srgbClr val="9D7FFF"/>
          </a:solidFill>
          <a:ln w="12700">
            <a:solidFill>
              <a:srgbClr val="9D7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65192" y="20116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7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65192" y="23042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AlphaFold 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65192" y="26334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DeepMind resuelve el plegamiento de proteínas, un problema biológico de 50 años. La IA impacta directamente en la ciencia real.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4023360" cy="132588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429000"/>
            <a:ext cx="36576" cy="13258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1792" y="4142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lanza el modelo conversacional más masivo de la historia. La IA llega a cualquier persona con conexión a internet.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00600" y="3429000"/>
            <a:ext cx="4023360" cy="1325880"/>
          </a:xfrm>
          <a:prstGeom prst="rect">
            <a:avLst/>
          </a:prstGeom>
          <a:solidFill>
            <a:srgbClr val="111827"/>
          </a:solidFill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429000"/>
            <a:ext cx="36576" cy="1325880"/>
          </a:xfrm>
          <a:prstGeom prst="rect">
            <a:avLst/>
          </a:prstGeom>
          <a:solidFill>
            <a:srgbClr val="1DC98A"/>
          </a:solidFill>
          <a:ln w="12700">
            <a:solidFill>
              <a:srgbClr val="1DC9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65192" y="3520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C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2024+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965192" y="38130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Multimodalidad y Agentes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65192" y="414223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nativos que procesan texto, audio y video en tiempo real. La IA no solo analiza — genera e interactúa de forma autónoma.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Historia de la Inteligencia Artificial</dc:title>
  <dc:subject>PptxGenJS Presentation</dc:subject>
  <dc:creator>PptxGenJS</dc:creator>
  <cp:lastModifiedBy>PptxGenJS</cp:lastModifiedBy>
  <cp:revision>1</cp:revision>
  <dcterms:created xsi:type="dcterms:W3CDTF">2026-05-25T01:37:17Z</dcterms:created>
  <dcterms:modified xsi:type="dcterms:W3CDTF">2026-05-25T01:37:17Z</dcterms:modified>
</cp:coreProperties>
</file>